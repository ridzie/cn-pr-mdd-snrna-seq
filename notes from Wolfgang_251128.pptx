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5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97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lfgang Pell" userId="226c0ae47ee88382" providerId="LiveId" clId="{56CEDA30-0B55-4F9F-823B-647C939FE70D}"/>
    <pc:docChg chg="undo custSel addSld delSld modSld">
      <pc:chgData name="Wolfgang Pell" userId="226c0ae47ee88382" providerId="LiveId" clId="{56CEDA30-0B55-4F9F-823B-647C939FE70D}" dt="2025-11-28T11:45:04.787" v="1367" actId="20577"/>
      <pc:docMkLst>
        <pc:docMk/>
      </pc:docMkLst>
      <pc:sldChg chg="del">
        <pc:chgData name="Wolfgang Pell" userId="226c0ae47ee88382" providerId="LiveId" clId="{56CEDA30-0B55-4F9F-823B-647C939FE70D}" dt="2025-11-28T11:43:14.826" v="1353" actId="47"/>
        <pc:sldMkLst>
          <pc:docMk/>
          <pc:sldMk cId="2060492939" sldId="257"/>
        </pc:sldMkLst>
      </pc:sldChg>
      <pc:sldChg chg="del">
        <pc:chgData name="Wolfgang Pell" userId="226c0ae47ee88382" providerId="LiveId" clId="{56CEDA30-0B55-4F9F-823B-647C939FE70D}" dt="2025-11-28T11:43:10.295" v="1351" actId="47"/>
        <pc:sldMkLst>
          <pc:docMk/>
          <pc:sldMk cId="3377365486" sldId="258"/>
        </pc:sldMkLst>
      </pc:sldChg>
      <pc:sldChg chg="modSp mod">
        <pc:chgData name="Wolfgang Pell" userId="226c0ae47ee88382" providerId="LiveId" clId="{56CEDA30-0B55-4F9F-823B-647C939FE70D}" dt="2025-11-28T11:45:04.787" v="1367" actId="20577"/>
        <pc:sldMkLst>
          <pc:docMk/>
          <pc:sldMk cId="598531187" sldId="263"/>
        </pc:sldMkLst>
        <pc:spChg chg="mod">
          <ac:chgData name="Wolfgang Pell" userId="226c0ae47ee88382" providerId="LiveId" clId="{56CEDA30-0B55-4F9F-823B-647C939FE70D}" dt="2025-11-28T11:45:04.787" v="1367" actId="20577"/>
          <ac:spMkLst>
            <pc:docMk/>
            <pc:sldMk cId="598531187" sldId="263"/>
            <ac:spMk id="3" creationId="{22A196A6-8212-8952-D98C-FEBA987739C8}"/>
          </ac:spMkLst>
        </pc:spChg>
      </pc:sldChg>
      <pc:sldChg chg="del">
        <pc:chgData name="Wolfgang Pell" userId="226c0ae47ee88382" providerId="LiveId" clId="{56CEDA30-0B55-4F9F-823B-647C939FE70D}" dt="2025-11-28T11:43:11.560" v="1352" actId="47"/>
        <pc:sldMkLst>
          <pc:docMk/>
          <pc:sldMk cId="2656809120" sldId="264"/>
        </pc:sldMkLst>
      </pc:sldChg>
      <pc:sldChg chg="modSp add mod">
        <pc:chgData name="Wolfgang Pell" userId="226c0ae47ee88382" providerId="LiveId" clId="{56CEDA30-0B55-4F9F-823B-647C939FE70D}" dt="2025-11-28T11:42:58.009" v="1350" actId="20577"/>
        <pc:sldMkLst>
          <pc:docMk/>
          <pc:sldMk cId="1290497912" sldId="265"/>
        </pc:sldMkLst>
        <pc:spChg chg="mod">
          <ac:chgData name="Wolfgang Pell" userId="226c0ae47ee88382" providerId="LiveId" clId="{56CEDA30-0B55-4F9F-823B-647C939FE70D}" dt="2025-11-28T11:42:58.009" v="1350" actId="20577"/>
          <ac:spMkLst>
            <pc:docMk/>
            <pc:sldMk cId="1290497912" sldId="265"/>
            <ac:spMk id="3" creationId="{AEEE6F0C-463C-BE5F-A6F4-B9BD3AA8369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6CA807-7C0B-C841-233A-87B9742D8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041E76D-6BA7-5CCF-2E9F-0936D6F5CA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C15258-A16A-7224-8EEF-56F025972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417EE-4FBA-4E8E-9359-42F6D3F7D43C}" type="datetimeFigureOut">
              <a:rPr lang="de-AT" smtClean="0"/>
              <a:t>28.11.2025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40A231-07D5-E4E0-58BE-42988A7A2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73A35B-5B95-1C65-6547-214638C9F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96A0D-DD45-4375-B1D2-A0E331A159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57606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FE823F-F333-21E1-51BE-BCE63EA63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26CDF7-D39D-9BFB-CBF6-E52A37F0C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EB6FD9-F61F-C27D-BA83-815AF4F4E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417EE-4FBA-4E8E-9359-42F6D3F7D43C}" type="datetimeFigureOut">
              <a:rPr lang="de-AT" smtClean="0"/>
              <a:t>28.11.2025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32F7D9-72AF-6814-E00D-DC49EB0B7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EC4D55-8A11-51D2-97BA-A3B669833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96A0D-DD45-4375-B1D2-A0E331A159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63343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648A91-6326-92F4-A69F-FAA18EB18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6A67305-FFCF-DA21-AE99-FDAADAE6B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9CCAC4-2515-67B9-4BA4-9F8C76135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417EE-4FBA-4E8E-9359-42F6D3F7D43C}" type="datetimeFigureOut">
              <a:rPr lang="de-AT" smtClean="0"/>
              <a:t>28.11.2025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BECB7B-F994-BBCE-B0DD-45C96ADDC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3305DC-E341-966E-3B05-BF7C63E56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96A0D-DD45-4375-B1D2-A0E331A159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0204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7A493B-43D0-1153-8DD5-92D820820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CBBAFF-880A-81F0-2213-55E6DD8D1C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E4616BF-16EA-1A25-C917-B20F6F55A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7054E3C-C513-5BCB-10BC-C25B6C136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417EE-4FBA-4E8E-9359-42F6D3F7D43C}" type="datetimeFigureOut">
              <a:rPr lang="de-AT" smtClean="0"/>
              <a:t>28.11.2025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24E02C-E7C8-D2B2-0CA9-20112B6F5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6388F80-FA04-9AF3-85D7-A78C6C2EF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96A0D-DD45-4375-B1D2-A0E331A159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79193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EDABE0-CC27-BA10-E3B4-D517186BB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4325A8-A1B2-B4B3-9419-7A35BC7DE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5DAB305-CE58-342D-8B2B-2A096BF1B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3708E5F-3B81-5823-F8AC-A4D43B74F5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2218054-D6F2-E01D-2831-6DE6BBC5E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0C0EF96-DB71-A05A-F558-795158B82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417EE-4FBA-4E8E-9359-42F6D3F7D43C}" type="datetimeFigureOut">
              <a:rPr lang="de-AT" smtClean="0"/>
              <a:t>28.11.2025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43E4FE1-E220-6D3E-A5D6-C14689764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DEFF6C0-26B2-11FA-2F52-A6DEEDCEB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96A0D-DD45-4375-B1D2-A0E331A159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53733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885239-8638-B0CC-832C-CFDB00C95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30EEAF3-80DB-D514-FC3E-5F3A6FC41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417EE-4FBA-4E8E-9359-42F6D3F7D43C}" type="datetimeFigureOut">
              <a:rPr lang="de-AT" smtClean="0"/>
              <a:t>28.11.2025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941183B-6EBE-3604-78D2-86EB32220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1B8B077-6122-FAE3-5DB1-27C61A39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96A0D-DD45-4375-B1D2-A0E331A159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74354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34C8514-B15C-D0DD-5BCC-2332CE3F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417EE-4FBA-4E8E-9359-42F6D3F7D43C}" type="datetimeFigureOut">
              <a:rPr lang="de-AT" smtClean="0"/>
              <a:t>28.11.2025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30DE5E5-BAFF-56A5-F7BC-706F71CBA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7E6F466-7648-2AA8-1E80-AB4A38C0A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96A0D-DD45-4375-B1D2-A0E331A159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981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93C1C7-CB76-9279-F116-66F2070AB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D1A3E4-A423-CA20-F4A4-A33828FF9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8386112-DC65-6019-F5C5-B56EB3F14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858DC31-AFBD-FDA3-3495-B4F3EC640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417EE-4FBA-4E8E-9359-42F6D3F7D43C}" type="datetimeFigureOut">
              <a:rPr lang="de-AT" smtClean="0"/>
              <a:t>28.11.2025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71CD0F7-52FC-0F71-C72E-99F89A895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D2B4E9-7015-C42B-9643-38BDAE26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96A0D-DD45-4375-B1D2-A0E331A159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40155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D93230-86B6-BBEB-5F4E-464498BE0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9408F0C-F1C8-E33F-DEC1-17867E7E58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9FDCEEE-EDAC-B273-DD00-06AC50357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490249-B36D-A3E3-659A-C5479B314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417EE-4FBA-4E8E-9359-42F6D3F7D43C}" type="datetimeFigureOut">
              <a:rPr lang="de-AT" smtClean="0"/>
              <a:t>28.11.2025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BE284C-872F-1ABE-69C3-D7AB8B42B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08B34C0-A1F6-F31C-7160-FA062DE73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96A0D-DD45-4375-B1D2-A0E331A159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72210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104AFB-2D41-4FA7-6A14-10894B491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579F53A-6AC3-4635-087D-0472092975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F7621C-7A6E-1309-DFC4-89C5836AF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417EE-4FBA-4E8E-9359-42F6D3F7D43C}" type="datetimeFigureOut">
              <a:rPr lang="de-AT" smtClean="0"/>
              <a:t>28.11.2025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E0E447-A76B-EAD6-E84F-7DE5919D8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F21ADA-548B-EF48-B7C6-62C4B0B2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96A0D-DD45-4375-B1D2-A0E331A159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2795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6977DE7-5E39-E556-D9E2-6E75DBDC5E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EA0C8F4-8B33-8DC9-D871-98B9A12BD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C82DFF-E62E-62B3-DDB9-5FCCCAB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417EE-4FBA-4E8E-9359-42F6D3F7D43C}" type="datetimeFigureOut">
              <a:rPr lang="de-AT" smtClean="0"/>
              <a:t>28.11.2025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138B38-4427-E871-77A3-09DAA6912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EF7288-1E44-BEA5-5DD5-C069622DE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96A0D-DD45-4375-B1D2-A0E331A159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60201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D574CDA-BE44-0518-EC44-4E0261AC2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B55CB66-B53D-AEDA-8818-8E70810FA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4CE8AD-32F6-9C12-3DEE-CD62DC3781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417EE-4FBA-4E8E-9359-42F6D3F7D43C}" type="datetimeFigureOut">
              <a:rPr lang="de-AT" smtClean="0"/>
              <a:t>28.11.2025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F3B4DB-DAB1-CE7B-3A69-5D7A0E54D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E6511F-3FB6-4AC0-851F-90D4C2C14F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996A0D-DD45-4375-B1D2-A0E331A159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5930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mailto:n12241989@students.meduniwien.ac.at" TargetMode="External"/><Relationship Id="rId13" Type="http://schemas.openxmlformats.org/officeDocument/2006/relationships/hyperlink" Target="https://www.nature.com/articles/s41467-023-38530-5" TargetMode="External"/><Relationship Id="rId3" Type="http://schemas.openxmlformats.org/officeDocument/2006/relationships/hyperlink" Target="mailto:n12511725@students.meduniwien.ac.at" TargetMode="External"/><Relationship Id="rId7" Type="http://schemas.openxmlformats.org/officeDocument/2006/relationships/hyperlink" Target="mailto:n12510721@students.meduniwien.ac.at" TargetMode="External"/><Relationship Id="rId12" Type="http://schemas.openxmlformats.org/officeDocument/2006/relationships/hyperlink" Target="https://www.nature.com/articles/s41593-020-0621-y" TargetMode="External"/><Relationship Id="rId2" Type="http://schemas.openxmlformats.org/officeDocument/2006/relationships/hyperlink" Target="mailto:n12506938@students.meduniwien.ac.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n01632415@students.meduniwien.ac.at" TargetMode="External"/><Relationship Id="rId11" Type="http://schemas.openxmlformats.org/officeDocument/2006/relationships/hyperlink" Target="https://github.com/ridzie/CN-pr-MDD-snRNA-seq" TargetMode="External"/><Relationship Id="rId5" Type="http://schemas.openxmlformats.org/officeDocument/2006/relationships/hyperlink" Target="mailto:n12519431@students.meduniwien.ac.at" TargetMode="External"/><Relationship Id="rId10" Type="http://schemas.openxmlformats.org/officeDocument/2006/relationships/hyperlink" Target="mailto:n12120023@students.meduniwien.ac.at" TargetMode="External"/><Relationship Id="rId4" Type="http://schemas.openxmlformats.org/officeDocument/2006/relationships/hyperlink" Target="mailto:n11909840@students.meduniwien.ac.at" TargetMode="External"/><Relationship Id="rId9" Type="http://schemas.openxmlformats.org/officeDocument/2006/relationships/hyperlink" Target="mailto:n07725947@students.meduniwien.ac.at" TargetMode="External"/><Relationship Id="rId14" Type="http://schemas.openxmlformats.org/officeDocument/2006/relationships/hyperlink" Target="https://github.com/EugOT/CN-pr-MDD-snRNA-seq/blob/main/notebooks/load_snRNA-seq-MDD-for-concatenated.ipynb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8357D-B9C3-8956-C7E1-2174C0632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9663A9-A3BE-67D1-8602-CED0D0314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364" y="295453"/>
            <a:ext cx="10515600" cy="645069"/>
          </a:xfrm>
        </p:spPr>
        <p:txBody>
          <a:bodyPr>
            <a:normAutofit/>
          </a:bodyPr>
          <a:lstStyle/>
          <a:p>
            <a:r>
              <a:rPr lang="de-AT" sz="1800" dirty="0">
                <a:latin typeface="Arial" panose="020B0604020202020204" pitchFamily="34" charset="0"/>
                <a:cs typeface="Arial" panose="020B0604020202020204" pitchFamily="34" charset="0"/>
              </a:rPr>
              <a:t>GROUP TOPIC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1: single cell sequencing data from human prefrontal cortex, major depressive disorder versus healthy controls</a:t>
            </a:r>
            <a:endParaRPr lang="de-AT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A196A6-8212-8952-D98C-FEBA98773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2287"/>
            <a:ext cx="10515600" cy="503044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(Project name: </a:t>
            </a:r>
            <a:r>
              <a:rPr lang="en-US" sz="1050" b="1" i="1" dirty="0">
                <a:latin typeface="Arial" panose="020B0604020202020204" pitchFamily="34" charset="0"/>
                <a:cs typeface="Arial" panose="020B0604020202020204" pitchFamily="34" charset="0"/>
              </a:rPr>
              <a:t>Depression Group)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Project members 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(as known so far)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de-AT" sz="1000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Anne-Sofie 	Anne-Sofie Kjaer </a:t>
            </a:r>
            <a:r>
              <a:rPr lang="de-AT" sz="1000" dirty="0" err="1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Nejsum</a:t>
            </a:r>
            <a:r>
              <a:rPr lang="de-AT" sz="1000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de-AT" sz="1000" u="sng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n12506938@students.meduniwien.ac.at</a:t>
            </a:r>
            <a:r>
              <a:rPr lang="de-AT" sz="1000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de-AT" sz="1000" dirty="0">
                <a:latin typeface="Arial" panose="020B0604020202020204" pitchFamily="34" charset="0"/>
                <a:cs typeface="Arial" panose="020B0604020202020204" pitchFamily="34" charset="0"/>
              </a:rPr>
              <a:t>Jacky	Jacqueline Larissa </a:t>
            </a:r>
            <a:r>
              <a:rPr lang="de-AT" sz="1000" dirty="0" err="1">
                <a:latin typeface="Arial" panose="020B0604020202020204" pitchFamily="34" charset="0"/>
                <a:cs typeface="Arial" panose="020B0604020202020204" pitchFamily="34" charset="0"/>
              </a:rPr>
              <a:t>Sifft</a:t>
            </a:r>
            <a:r>
              <a:rPr lang="de-AT" sz="1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de-AT" sz="1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n12511725@students.meduniwien.ac.at</a:t>
            </a:r>
            <a:r>
              <a:rPr lang="de-AT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de-AT" sz="1000" dirty="0">
                <a:latin typeface="Arial" panose="020B0604020202020204" pitchFamily="34" charset="0"/>
                <a:cs typeface="Arial" panose="020B0604020202020204" pitchFamily="34" charset="0"/>
              </a:rPr>
              <a:t>Liv	Olivia Carina Wolfsberger	</a:t>
            </a:r>
            <a:r>
              <a:rPr lang="de-AT" sz="10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n11909840@students.meduniwien.ac.at</a:t>
            </a:r>
            <a:endParaRPr lang="de-AT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Marlene	Marlene Andrea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Maiborn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n12519431@students.meduniwien.ac.at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Paul	Paul Philipp Maria Theis	</a:t>
            </a:r>
            <a:r>
              <a:rPr lang="de-AT" sz="1000" u="sng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n01632415@students.meduniwien.ac.at</a:t>
            </a:r>
            <a:endParaRPr lang="de-AT" sz="10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de-AT" sz="1000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Rens	Rens Juris </a:t>
            </a:r>
            <a:r>
              <a:rPr lang="de-AT" sz="1000" dirty="0" err="1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Tesink</a:t>
            </a:r>
            <a:r>
              <a:rPr lang="de-AT" sz="1000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de-AT" sz="1000" dirty="0">
                <a:solidFill>
                  <a:srgbClr val="0F6CBF"/>
                </a:solidFill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n12510721@students.meduniwien.ac.at</a:t>
            </a:r>
            <a:endParaRPr lang="de-AT" sz="1000" dirty="0">
              <a:solidFill>
                <a:srgbClr val="1D21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de-AT" sz="1000" dirty="0" err="1">
                <a:latin typeface="Arial" panose="020B0604020202020204" pitchFamily="34" charset="0"/>
                <a:cs typeface="Arial" panose="020B0604020202020204" pitchFamily="34" charset="0"/>
              </a:rPr>
              <a:t>Ridzie</a:t>
            </a:r>
            <a:r>
              <a:rPr lang="de-AT" sz="1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de-AT" sz="1000" dirty="0" err="1">
                <a:latin typeface="Arial" panose="020B0604020202020204" pitchFamily="34" charset="0"/>
                <a:cs typeface="Arial" panose="020B0604020202020204" pitchFamily="34" charset="0"/>
              </a:rPr>
              <a:t>Ridhima</a:t>
            </a:r>
            <a:r>
              <a:rPr lang="de-AT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00" dirty="0" err="1">
                <a:latin typeface="Arial" panose="020B0604020202020204" pitchFamily="34" charset="0"/>
                <a:cs typeface="Arial" panose="020B0604020202020204" pitchFamily="34" charset="0"/>
              </a:rPr>
              <a:t>Chawdhary</a:t>
            </a:r>
            <a:r>
              <a:rPr lang="de-AT" sz="1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de-AT" sz="1000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n12241989@students.meduniwien.ac.at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Wolfgang	Wolfgang Pell		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n07725947@students.meduniwien.ac.at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Zoë 	Zoë Hauger		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n12120023@students.meduniwien.ac.at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Communication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https://github.com/ridzie/CN-pr-MDD-snRNA-seq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Signal App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Documentation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References / Data sets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hlinkClick r:id="rId12"/>
              </a:rPr>
              <a:t>https://www.nature.com/articles/s41593-020-0621-y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hlinkClick r:id="rId13"/>
              </a:rPr>
              <a:t>https://www.nature.com/articles/s41467-023-38530-5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sz="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hlinkClick r:id="rId14"/>
              </a:rPr>
              <a:t>https://github.com/EugOT/CN-pr-MDD-snRNA-seq/blob/main/notebooks/load_snRNA-seq-MDD-for-concatenated.ipynb</a:t>
            </a:r>
            <a:endParaRPr lang="en-US" sz="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notes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en-US" sz="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531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5D96C-2051-CA5E-4484-9428A4949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1C831F-625B-A4E7-22D5-A0F48EEF2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364" y="295453"/>
            <a:ext cx="10515600" cy="645069"/>
          </a:xfrm>
        </p:spPr>
        <p:txBody>
          <a:bodyPr>
            <a:normAutofit/>
          </a:bodyPr>
          <a:lstStyle/>
          <a:p>
            <a:r>
              <a:rPr lang="de-AT" sz="1800" dirty="0">
                <a:latin typeface="Arial" panose="020B0604020202020204" pitchFamily="34" charset="0"/>
                <a:cs typeface="Arial" panose="020B0604020202020204" pitchFamily="34" charset="0"/>
              </a:rPr>
              <a:t>GROUP TOPIC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1: single cell sequencing data from human prefrontal cortex, major depressive disorder versus healthy controls</a:t>
            </a:r>
            <a:endParaRPr lang="de-AT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EE6F0C-463C-BE5F-A6F4-B9BD3AA83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2287"/>
            <a:ext cx="10515600" cy="503044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Accordation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Margot/Maria Eleni/</a:t>
            </a:r>
            <a:r>
              <a:rPr lang="en-US" sz="1200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Evgenie</a:t>
            </a:r>
            <a:endParaRPr lang="en-US" sz="12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Margot recommends trying to find papers citing the topic 1 papers and new publications of the authors, because she does not believe that there will be new relevant data sets available.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Next steps (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Time line Tue, dec 9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en-US" sz="12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literature citing the topic 1 papers 				Wolfgang, Marlene,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Zoë</a:t>
            </a:r>
            <a:endParaRPr lang="en-US" sz="1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en-US" sz="1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Suggestions for elaborating tasks from papers			Wolfgang, Marlene,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Zoë</a:t>
            </a:r>
            <a:endParaRPr lang="en-US" sz="1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en-US" sz="1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Identifying tasks to be tackled in our project		 	Wolfgang, Marlene,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Zoë, …</a:t>
            </a:r>
            <a:endParaRPr lang="en-US" sz="1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Raised questions (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former project, mentioned papers for topic 1)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PV interneurons, immune system dysregulation, populations,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et, default mode network (lecture Nov 28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en-US" sz="1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Commenting / correcting / adapting code				Olivia / Jacky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en-US" sz="1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Trying new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modelling of pr-MDD-snRNA-seq data s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			Olivia/(Paul)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(depending on corrected code)		</a:t>
            </a:r>
          </a:p>
        </p:txBody>
      </p:sp>
    </p:spTree>
    <p:extLst>
      <p:ext uri="{BB962C8B-B14F-4D97-AF65-F5344CB8AC3E}">
        <p14:creationId xmlns:p14="http://schemas.microsoft.com/office/powerpoint/2010/main" val="1290497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</Words>
  <Application>Microsoft Office PowerPoint</Application>
  <PresentationFormat>Breitbild</PresentationFormat>
  <Paragraphs>44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GROUP TOPIC 1: single cell sequencing data from human prefrontal cortex, major depressive disorder versus healthy controls</vt:lpstr>
      <vt:lpstr>GROUP TOPIC 1: single cell sequencing data from human prefrontal cortex, major depressive disorder versus healthy controls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Wolfgang Pell</dc:creator>
  <cp:lastModifiedBy>Wolfgang Pell</cp:lastModifiedBy>
  <cp:revision>3</cp:revision>
  <dcterms:created xsi:type="dcterms:W3CDTF">2025-11-18T09:59:59Z</dcterms:created>
  <dcterms:modified xsi:type="dcterms:W3CDTF">2025-11-28T11:45:08Z</dcterms:modified>
</cp:coreProperties>
</file>